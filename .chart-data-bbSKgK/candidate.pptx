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6670645a90d4d9d" /><Relationship Type="http://schemas.openxmlformats.org/officeDocument/2006/relationships/extended-properties" Target="/docProps/app.xml" Id="R467281e76b3a40d9" /><Relationship Type="http://schemas.openxmlformats.org/officeDocument/2006/relationships/officeDocument" Target="/ppt/presentation.xml" Id="R709ff7b90e5f47ec" /></Relationships>
</file>

<file path=ppt/presentation.xml><?xml version="1.0" encoding="utf-8"?>
<p:presentation xmlns:p="http://schemas.openxmlformats.org/presentationml/2006/main">
  <p:sldMasterIdLst>
    <p:sldMasterId xmlns:r="http://schemas.openxmlformats.org/officeDocument/2006/relationships" id="2147483648" r:id="R04b52dbcd8524ca1"/>
  </p:sldMasterIdLst>
  <p:notesMasterIdLst>
    <p:notesMasterId xmlns:r="http://schemas.openxmlformats.org/officeDocument/2006/relationships" r:id="Ra91661cb18564b8d"/>
  </p:notesMasterIdLst>
  <p:sldIdLst>
    <p:sldId xmlns:r="http://schemas.openxmlformats.org/officeDocument/2006/relationships" id="256" r:id="R59bb074c69864fb0"/>
    <p:sldId xmlns:r="http://schemas.openxmlformats.org/officeDocument/2006/relationships" id="257" r:id="Rb36523d858d946bb"/>
    <p:sldId xmlns:r="http://schemas.openxmlformats.org/officeDocument/2006/relationships" id="258" r:id="R7ec850d638fa434f"/>
    <p:sldId xmlns:r="http://schemas.openxmlformats.org/officeDocument/2006/relationships" id="259" r:id="Ra026197761fb4419"/>
    <p:sldId xmlns:r="http://schemas.openxmlformats.org/officeDocument/2006/relationships" id="260" r:id="R965c514179344924"/>
    <p:sldId xmlns:r="http://schemas.openxmlformats.org/officeDocument/2006/relationships" id="261" r:id="Ra42bc43bd34548ec"/>
    <p:sldId xmlns:r="http://schemas.openxmlformats.org/officeDocument/2006/relationships" id="262" r:id="Ra25eccfd19d04f8c"/>
    <p:sldId xmlns:r="http://schemas.openxmlformats.org/officeDocument/2006/relationships" id="263" r:id="R579d365e695c4f89"/>
    <p:sldId xmlns:r="http://schemas.openxmlformats.org/officeDocument/2006/relationships" id="264" r:id="R42b60ce7f4d843be"/>
    <p:sldId xmlns:r="http://schemas.openxmlformats.org/officeDocument/2006/relationships" id="265" r:id="R79a2d927ece4423d"/>
    <p:sldId xmlns:r="http://schemas.openxmlformats.org/officeDocument/2006/relationships" id="266" r:id="R4ae2ffde78724a70"/>
    <p:sldId xmlns:r="http://schemas.openxmlformats.org/officeDocument/2006/relationships" id="267" r:id="R778112e5f3a54a06"/>
    <p:sldId xmlns:r="http://schemas.openxmlformats.org/officeDocument/2006/relationships" id="268" r:id="R06d5a7616bd542ae"/>
    <p:sldId xmlns:r="http://schemas.openxmlformats.org/officeDocument/2006/relationships" id="269" r:id="R5b9dabf239c447ae"/>
    <p:sldId xmlns:r="http://schemas.openxmlformats.org/officeDocument/2006/relationships" id="270" r:id="R6d2d752b27584dc8"/>
    <p:sldId xmlns:r="http://schemas.openxmlformats.org/officeDocument/2006/relationships" id="271" r:id="Ra7e3d11d9e9f4f3a"/>
    <p:sldId xmlns:r="http://schemas.openxmlformats.org/officeDocument/2006/relationships" id="272" r:id="Rc62bfb2056dd4619"/>
    <p:sldId xmlns:r="http://schemas.openxmlformats.org/officeDocument/2006/relationships" id="273" r:id="Rd3577f52c0a347d3"/>
    <p:sldId xmlns:r="http://schemas.openxmlformats.org/officeDocument/2006/relationships" id="274" r:id="R4ad2cd93707b402d"/>
    <p:sldId xmlns:r="http://schemas.openxmlformats.org/officeDocument/2006/relationships" id="275" r:id="R571a2392677f4b5e"/>
    <p:sldId xmlns:r="http://schemas.openxmlformats.org/officeDocument/2006/relationships" id="276" r:id="Rb0f5a86fee21456d"/>
    <p:sldId xmlns:r="http://schemas.openxmlformats.org/officeDocument/2006/relationships" id="277" r:id="R0bed9965cca942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666f017038b4517" /><Relationship Type="http://schemas.openxmlformats.org/officeDocument/2006/relationships/slideMaster" Target="/ppt/slideMasters/slideMaster1.xml" Id="R04b52dbcd8524ca1" /><Relationship Type="http://schemas.openxmlformats.org/officeDocument/2006/relationships/notesMaster" Target="/ppt/notesMasters/notesMaster1.xml" Id="Ra91661cb18564b8d" /><Relationship Type="http://schemas.openxmlformats.org/officeDocument/2006/relationships/presProps" Target="/ppt/presProps.xml" Id="R736f554f86934e9e" /><Relationship Type="http://schemas.openxmlformats.org/officeDocument/2006/relationships/tableStyles" Target="/ppt/tableStyles.xml" Id="R0e8c14f1ccc949ab" /><Relationship Type="http://schemas.openxmlformats.org/officeDocument/2006/relationships/slide" Target="/ppt/slides/slide1.xml" Id="R59bb074c69864fb0" /><Relationship Type="http://schemas.openxmlformats.org/officeDocument/2006/relationships/slide" Target="/ppt/slides/slide2.xml" Id="Rb36523d858d946bb" /><Relationship Type="http://schemas.openxmlformats.org/officeDocument/2006/relationships/slide" Target="/ppt/slides/slide3.xml" Id="R7ec850d638fa434f" /><Relationship Type="http://schemas.openxmlformats.org/officeDocument/2006/relationships/slide" Target="/ppt/slides/slide4.xml" Id="Ra026197761fb4419" /><Relationship Type="http://schemas.openxmlformats.org/officeDocument/2006/relationships/slide" Target="/ppt/slides/slide5.xml" Id="R965c514179344924" /><Relationship Type="http://schemas.openxmlformats.org/officeDocument/2006/relationships/slide" Target="/ppt/slides/slide6.xml" Id="Ra42bc43bd34548ec" /><Relationship Type="http://schemas.openxmlformats.org/officeDocument/2006/relationships/slide" Target="/ppt/slides/slide7.xml" Id="Ra25eccfd19d04f8c" /><Relationship Type="http://schemas.openxmlformats.org/officeDocument/2006/relationships/slide" Target="/ppt/slides/slide8.xml" Id="R579d365e695c4f89" /><Relationship Type="http://schemas.openxmlformats.org/officeDocument/2006/relationships/slide" Target="/ppt/slides/slide9.xml" Id="R42b60ce7f4d843be" /><Relationship Type="http://schemas.openxmlformats.org/officeDocument/2006/relationships/slide" Target="/ppt/slides/slide10.xml" Id="R79a2d927ece4423d" /><Relationship Type="http://schemas.openxmlformats.org/officeDocument/2006/relationships/slide" Target="/ppt/slides/slide11.xml" Id="R4ae2ffde78724a70" /><Relationship Type="http://schemas.openxmlformats.org/officeDocument/2006/relationships/slide" Target="/ppt/slides/slide12.xml" Id="R778112e5f3a54a06" /><Relationship Type="http://schemas.openxmlformats.org/officeDocument/2006/relationships/slide" Target="/ppt/slides/slide13.xml" Id="R06d5a7616bd542ae" /><Relationship Type="http://schemas.openxmlformats.org/officeDocument/2006/relationships/slide" Target="/ppt/slides/slide14.xml" Id="R5b9dabf239c447ae" /><Relationship Type="http://schemas.openxmlformats.org/officeDocument/2006/relationships/slide" Target="/ppt/slides/slide15.xml" Id="R6d2d752b27584dc8" /><Relationship Type="http://schemas.openxmlformats.org/officeDocument/2006/relationships/slide" Target="/ppt/slides/slide16.xml" Id="Ra7e3d11d9e9f4f3a" /><Relationship Type="http://schemas.openxmlformats.org/officeDocument/2006/relationships/slide" Target="/ppt/slides/slide17.xml" Id="Rc62bfb2056dd4619" /><Relationship Type="http://schemas.openxmlformats.org/officeDocument/2006/relationships/slide" Target="/ppt/slides/slide18.xml" Id="Rd3577f52c0a347d3" /><Relationship Type="http://schemas.openxmlformats.org/officeDocument/2006/relationships/slide" Target="/ppt/slides/slide19.xml" Id="R4ad2cd93707b402d" /><Relationship Type="http://schemas.openxmlformats.org/officeDocument/2006/relationships/slide" Target="/ppt/slides/slide20.xml" Id="R571a2392677f4b5e" /><Relationship Type="http://schemas.openxmlformats.org/officeDocument/2006/relationships/slide" Target="/ppt/slides/slide21.xml" Id="Rb0f5a86fee21456d" /><Relationship Type="http://schemas.openxmlformats.org/officeDocument/2006/relationships/slide" Target="/ppt/slides/slide22.xml" Id="R0bed9965cca942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0e8544f2d147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71eccfe6544555" /><Relationship Type="http://schemas.openxmlformats.org/officeDocument/2006/relationships/notesMaster" Target="/ppt/notesMasters/notesMaster1.xml" Id="R33418743a19542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80c959dd5984f5d" /><Relationship Type="http://schemas.openxmlformats.org/officeDocument/2006/relationships/notesMaster" Target="/ppt/notesMasters/notesMaster1.xml" Id="R7c05a580c90344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e674ff92364278" /><Relationship Type="http://schemas.openxmlformats.org/officeDocument/2006/relationships/notesMaster" Target="/ppt/notesMasters/notesMaster1.xml" Id="R881f5608ee214a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413263654f4132" /><Relationship Type="http://schemas.openxmlformats.org/officeDocument/2006/relationships/notesMaster" Target="/ppt/notesMasters/notesMaster1.xml" Id="R4e074c818c584b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c6a4f583104789" /><Relationship Type="http://schemas.openxmlformats.org/officeDocument/2006/relationships/notesMaster" Target="/ppt/notesMasters/notesMaster1.xml" Id="R9cf55e3cb3c747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81e4861484d26" /><Relationship Type="http://schemas.openxmlformats.org/officeDocument/2006/relationships/notesMaster" Target="/ppt/notesMasters/notesMaster1.xml" Id="R41acfeba3d3b43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45bebaca354053" /><Relationship Type="http://schemas.openxmlformats.org/officeDocument/2006/relationships/notesMaster" Target="/ppt/notesMasters/notesMaster1.xml" Id="R6366712a79c744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da453960e34f01" /><Relationship Type="http://schemas.openxmlformats.org/officeDocument/2006/relationships/notesMaster" Target="/ppt/notesMasters/notesMaster1.xml" Id="Rda6d8d4e7c564f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124202cfaa4dd3" /><Relationship Type="http://schemas.openxmlformats.org/officeDocument/2006/relationships/notesMaster" Target="/ppt/notesMasters/notesMaster1.xml" Id="R008b6211839a45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9afddcad4b4e75" /><Relationship Type="http://schemas.openxmlformats.org/officeDocument/2006/relationships/notesMaster" Target="/ppt/notesMasters/notesMaster1.xml" Id="Ra4f55c14593048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58b395fca564c10" /><Relationship Type="http://schemas.openxmlformats.org/officeDocument/2006/relationships/notesMaster" Target="/ppt/notesMasters/notesMaster1.xml" Id="R1113bf8fc1dc49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8a7b2c51b047b6" /><Relationship Type="http://schemas.openxmlformats.org/officeDocument/2006/relationships/notesMaster" Target="/ppt/notesMasters/notesMaster1.xml" Id="Rf9fe6fca7c984e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c2bfdb62174c4b" /><Relationship Type="http://schemas.openxmlformats.org/officeDocument/2006/relationships/notesMaster" Target="/ppt/notesMasters/notesMaster1.xml" Id="R7a249d0558be4a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a8e0c5857c4894" /><Relationship Type="http://schemas.openxmlformats.org/officeDocument/2006/relationships/notesMaster" Target="/ppt/notesMasters/notesMaster1.xml" Id="Rb83375acc4b446c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e1c6fcc9ffe4c0f" /><Relationship Type="http://schemas.openxmlformats.org/officeDocument/2006/relationships/notesMaster" Target="/ppt/notesMasters/notesMaster1.xml" Id="R5376ca9b5c5447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bb55c2a0a848e2" /><Relationship Type="http://schemas.openxmlformats.org/officeDocument/2006/relationships/notesMaster" Target="/ppt/notesMasters/notesMaster1.xml" Id="R176f8102e8db4c6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6f146a14054f31" /><Relationship Type="http://schemas.openxmlformats.org/officeDocument/2006/relationships/notesMaster" Target="/ppt/notesMasters/notesMaster1.xml" Id="R548e1480244f48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51a7aa9bf19456b" /><Relationship Type="http://schemas.openxmlformats.org/officeDocument/2006/relationships/notesMaster" Target="/ppt/notesMasters/notesMaster1.xml" Id="Rb68bc4fb089d40f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1696afc428540eb" /><Relationship Type="http://schemas.openxmlformats.org/officeDocument/2006/relationships/notesMaster" Target="/ppt/notesMasters/notesMaster1.xml" Id="R9ab01770fdbe45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dbd4cc9ce44ed2" /><Relationship Type="http://schemas.openxmlformats.org/officeDocument/2006/relationships/notesMaster" Target="/ppt/notesMasters/notesMaster1.xml" Id="R26311c01459d479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a16279e27ef4cc0" /><Relationship Type="http://schemas.openxmlformats.org/officeDocument/2006/relationships/notesMaster" Target="/ppt/notesMasters/notesMaster1.xml" Id="Rd5778d92d6d5417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477fe8c0a6f4a9c" /><Relationship Type="http://schemas.openxmlformats.org/officeDocument/2006/relationships/notesMaster" Target="/ppt/notesMasters/notesMaster1.xml" Id="Re9905c786faa41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develops the completed research showcase. The central question is whether conditional retrieval saves actual query time while preserving a chosen fraction of fusion recall. We will distinguish the original Blended RAG paper from our adaptation, explain the metric differences, and separate the gain from indexing from the extra gain from routing. The work is a bounded engineering study. No new dataset or model run was performed for this presentation. Suggested talk length: 15–20 minutes for slides 1–18. Slides 19–22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TREC implementation spent 1410.14 milliseconds in BM25 while fusion took 1493.23 milliseconds. The gate had already paid most of the runtime before deciding whether to skip neural branches. Neural-call reduction alone therefore could not establish a useful speedup. The backend optimization addresses this execution bottleneck and is applied to reference and proposed methods equally.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It retains 96.68 percent of fusion recall, with a query-bootstrap interval of 93.58 to 98.75 percent. Mean time saved is 19.04 percent, interval 9.47 to 30.11. This meets the user’s 90 percent floor for this measured setting and misses the policy’s nominal 99 percent target. The primary p95 is slightly higher than fusion, so the claim concerns mean time.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larger progression divides original fusion latency by the indexed method latency. It combines indexing and routing across different runs. Indexing alone gives 16.36 times, followed by r99 at 20.21, r95 at 26.83, r92 at 35.56 and r90 at 36.96. These are configurations, not scaling measurements as corpus size grows. The maximum is below the requested quality floor. The r95 secondary is above 90 percent at its point estimate but its interval crosses the floor.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The old NQ candidate pool is qrel-informed and the routing is simulated, so it cannot support the current method’s full-corpus savings. Generated-answer EM/F1, modern adaptive-retrieval baselines, concurrency, energy and index memory/update costs are unmeasured. One GPU type, small numbers of sessions and known TREC quality restrict generalization. A later study should preserve this release, declare its protocol and quality objective, and retain strong standalone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that compatible first-stage indexing makes the frozen cascade deliver measurable extra mean-time savings against an equally optimized fusion reference. TREC primary gives 1.24 times at 96.68 percent retention. The fastest sampled SQuAD cascade gives 1.59 times at 99.22 percent. Every secondary point, uncertainty and standalone comparison remains visible. The contribution is execution optimization and empirical understanding of its quality/time limits. It does not establish overall superiority or a new routing principle. The current project can be reported at this scope while remaining datasets are tested later.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docs/submission/README.md.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4105c4edbd48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1f4f457c114f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f53e618a2245e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7f2486fe4a5499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c8182d4e7e24a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b8a5505b6340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27C116-80A4-4BBD-B0C7-DF9ED0FFEE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05E02B-24D0-4AD5-8F06-ED1581BA7DA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C80E46-1BC4-4231-A26F-6D3AEB00A1F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F13174-6809-424B-91E7-108808F664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27E0F0-11B4-447D-BD87-A9BDD9299F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6494F1-5E65-4C83-A493-B24796D466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F807C10-CD9E-43CC-BB2D-0A817D01F8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5F62C1-600D-4D91-9221-2DF6709FDBA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5493CF-9EB8-4BC8-9873-2E870F04DD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DC383B-6BDB-46E7-A0D7-DB594D924A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cf7a0977a54e8e" /><Relationship Type="http://schemas.openxmlformats.org/officeDocument/2006/relationships/slideLayout" Target="/ppt/slideLayouts/slideLayout1.xml" Id="R7bec49898dac4b56" /><Relationship Type="http://schemas.openxmlformats.org/officeDocument/2006/relationships/slideLayout" Target="/ppt/slideLayouts/slideLayout2.xml" Id="Rb4a19d311e344b97" /><Relationship Type="http://schemas.openxmlformats.org/officeDocument/2006/relationships/slideLayout" Target="/ppt/slideLayouts/slideLayout3.xml" Id="R57e6017f2cc3479b" /><Relationship Type="http://schemas.openxmlformats.org/officeDocument/2006/relationships/slideLayout" Target="/ppt/slideLayouts/slideLayout4.xml" Id="R9c41d96cdf8e414b" /><Relationship Type="http://schemas.openxmlformats.org/officeDocument/2006/relationships/slideLayout" Target="/ppt/slideLayouts/slideLayout5.xml" Id="R39a674cc481946bf" /><Relationship Type="http://schemas.openxmlformats.org/officeDocument/2006/relationships/slideLayout" Target="/ppt/slideLayouts/slideLayout6.xml" Id="R37fc3054475d4c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ec49898dac4b56"/>
    <p:sldLayoutId xmlns:r="http://schemas.openxmlformats.org/officeDocument/2006/relationships" id="2147483650" r:id="Rb4a19d311e344b97"/>
    <p:sldLayoutId xmlns:r="http://schemas.openxmlformats.org/officeDocument/2006/relationships" id="2147483651" r:id="R57e6017f2cc3479b"/>
    <p:sldLayoutId xmlns:r="http://schemas.openxmlformats.org/officeDocument/2006/relationships" id="2147483652" r:id="R9c41d96cdf8e414b"/>
    <p:sldLayoutId xmlns:r="http://schemas.openxmlformats.org/officeDocument/2006/relationships" id="2147483653" r:id="R39a674cc481946bf"/>
    <p:sldLayoutId xmlns:r="http://schemas.openxmlformats.org/officeDocument/2006/relationships" id="2147483654" r:id="R37fc3054475d4c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c2efb90550c4b3e" /><Relationship Type="http://schemas.openxmlformats.org/officeDocument/2006/relationships/notesSlide" Target="/ppt/notesSlides/notesSlide1.xml" Id="Raa22f8c539574c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5b9fd8af0524893" /><Relationship Type="http://schemas.openxmlformats.org/officeDocument/2006/relationships/notesSlide" Target="/ppt/notesSlides/notesSlide2.xml" Id="Rd7ad93baf8b04f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635a18c4034cc1" /><Relationship Type="http://schemas.openxmlformats.org/officeDocument/2006/relationships/chart" Target="/ppt/slides/charts/chart1.xml" Id="R6d42c6418f9f4c12" /><Relationship Type="http://schemas.openxmlformats.org/officeDocument/2006/relationships/notesSlide" Target="/ppt/notesSlides/notesSlide3.xml" Id="Rb2127e15fc4f4f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c0ee97fd5d428f" /><Relationship Type="http://schemas.openxmlformats.org/officeDocument/2006/relationships/notesSlide" Target="/ppt/notesSlides/notesSlide4.xml" Id="R8b752de8f38844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322c176b9484fd8" /><Relationship Type="http://schemas.openxmlformats.org/officeDocument/2006/relationships/notesSlide" Target="/ppt/notesSlides/notesSlide5.xml" Id="Rcbd4ddffd41143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70ece71481a4878" /><Relationship Type="http://schemas.openxmlformats.org/officeDocument/2006/relationships/notesSlide" Target="/ppt/notesSlides/notesSlide6.xml" Id="R105382348e264f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a9a48017e844c1c" /><Relationship Type="http://schemas.openxmlformats.org/officeDocument/2006/relationships/notesSlide" Target="/ppt/notesSlides/notesSlide7.xml" Id="Rd25ab926019042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487962075a4b1f" /><Relationship Type="http://schemas.openxmlformats.org/officeDocument/2006/relationships/notesSlide" Target="/ppt/notesSlides/notesSlide8.xml" Id="Ra7d5ff00032a46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74c151b978342c0" /><Relationship Type="http://schemas.openxmlformats.org/officeDocument/2006/relationships/notesSlide" Target="/ppt/notesSlides/notesSlide9.xml" Id="R1b3f7f37563e42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c5c6d08b53744c4" /><Relationship Type="http://schemas.openxmlformats.org/officeDocument/2006/relationships/notesSlide" Target="/ppt/notesSlides/notesSlide10.xml" Id="R14dd2fe8f7014e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5350c42ca08425b" /><Relationship Type="http://schemas.openxmlformats.org/officeDocument/2006/relationships/chart" Target="/ppt/slides/charts/chart2.xml" Id="R7afbbcd9093044bf" /><Relationship Type="http://schemas.openxmlformats.org/officeDocument/2006/relationships/notesSlide" Target="/ppt/notesSlides/notesSlide11.xml" Id="Rf423b8e80e3246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15f7a37f2884849" /><Relationship Type="http://schemas.openxmlformats.org/officeDocument/2006/relationships/chart" Target="/ppt/slides/charts/chart3.xml" Id="R9c20c0294f794bb5" /><Relationship Type="http://schemas.openxmlformats.org/officeDocument/2006/relationships/notesSlide" Target="/ppt/notesSlides/notesSlide12.xml" Id="R599b58c008e34f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3f2aa7bbe5c4736" /><Relationship Type="http://schemas.openxmlformats.org/officeDocument/2006/relationships/notesSlide" Target="/ppt/notesSlides/notesSlide13.xml" Id="R66249505befd4a7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b24a5b7ed649f6" /><Relationship Type="http://schemas.openxmlformats.org/officeDocument/2006/relationships/notesSlide" Target="/ppt/notesSlides/notesSlide14.xml" Id="R9e11e25bb7fb4a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84a1c26cb5043a4" /><Relationship Type="http://schemas.openxmlformats.org/officeDocument/2006/relationships/notesSlide" Target="/ppt/notesSlides/notesSlide15.xml" Id="Rfd756f56041946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eb8bc62042445af" /><Relationship Type="http://schemas.openxmlformats.org/officeDocument/2006/relationships/notesSlide" Target="/ppt/notesSlides/notesSlide16.xml" Id="Rf5304ebc5a4647f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06bd18412b41ca" /><Relationship Type="http://schemas.openxmlformats.org/officeDocument/2006/relationships/notesSlide" Target="/ppt/notesSlides/notesSlide17.xml" Id="Re5bab38a9c8047d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50331ddb6cf4e16" /><Relationship Type="http://schemas.openxmlformats.org/officeDocument/2006/relationships/notesSlide" Target="/ppt/notesSlides/notesSlide18.xml" Id="R01ad66ac55814b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84046ad3aaa481d" /><Relationship Type="http://schemas.openxmlformats.org/officeDocument/2006/relationships/notesSlide" Target="/ppt/notesSlides/notesSlide19.xml" Id="Rc367bf5a1dfc459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57dfa241b6943da" /><Relationship Type="http://schemas.openxmlformats.org/officeDocument/2006/relationships/notesSlide" Target="/ppt/notesSlides/notesSlide20.xml" Id="R5dcee5592708419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1e205171d914d12" /><Relationship Type="http://schemas.openxmlformats.org/officeDocument/2006/relationships/notesSlide" Target="/ppt/notesSlides/notesSlide21.xml" Id="R74b9c39cfe17492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d316d73c1484ab9" /><Relationship Type="http://schemas.openxmlformats.org/officeDocument/2006/relationships/notesSlide" Target="/ppt/notesSlides/notesSlide22.xml" Id="R2bfea85988584e3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mean query latency</c:v>
          </c:tx>
          <c:spPr>
            <a:solidFill xmlns:a="http://schemas.openxmlformats.org/drawingml/2006/main">
              <a:srgbClr val="17656A"/>
            </a:solidFill>
          </c:spPr>
          <c:invertIfNegative val="0"/>
          <c:cat>
            <c:strRef>
              <c:f>'Chart Data'!$A$2:$A$3</c:f>
              <c:strCache>
                <c:ptCount val="2"/>
                <c:pt idx="0">
                  <c:v>BM25</c:v>
                </c:pt>
                <c:pt idx="1">
                  <c:v>Three-branch fusion</c:v>
                </c:pt>
              </c:strCache>
            </c:strRef>
          </c:cat>
          <c:val>
            <c:numRef>
              <c:f>'Chart Data'!$B$2:$B$3</c:f>
              <c:numCache>
                <c:formatCode>0</c:formatCode>
                <c:ptCount val="2"/>
                <c:pt idx="0">
                  <c:v>1410.13554</c:v>
                </c:pt>
                <c:pt idx="1">
                  <c:v>1493.23017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750"/>
          <c:min val="0"/>
        </c:scaling>
        <c:delete val="0"/>
        <c:axPos val="l"/>
        <c:majorGridlines>
          <c:spPr>
            <a:ln xmlns:a="http://schemas.openxmlformats.org/drawingml/2006/main" w="3810">
              <a:solidFill>
                <a:srgbClr val="B9B1A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Ref>
              <c:f>'Chart Data'!$A$2:$A$7</c:f>
              <c:strCache>
                <c:ptCount val="6"/>
                <c:pt idx="0">
                  <c:v>Original</c:v>
                </c:pt>
                <c:pt idx="1">
                  <c:v>Indexed</c:v>
                </c:pt>
                <c:pt idx="2">
                  <c:v>r99</c:v>
                </c:pt>
                <c:pt idx="3">
                  <c:v>r95</c:v>
                </c:pt>
                <c:pt idx="4">
                  <c:v>r92</c:v>
                </c:pt>
                <c:pt idx="5">
                  <c:v>r90</c:v>
                </c:pt>
              </c:strCache>
            </c:strRef>
          </c:cat>
          <c:val>
            <c:numRef>
              <c:f>'Chart Data'!$B$2:$B$7</c:f>
              <c:numCache>
                <c:formatCode>0.0"x"</c:formatCode>
                <c:ptCount val="6"/>
                <c:pt idx="0">
                  <c:v>1</c:v>
                </c:pt>
                <c:pt idx="1">
                  <c:v>16.35858</c:v>
                </c:pt>
                <c:pt idx="2">
                  <c:v>20.205071</c:v>
                </c:pt>
                <c:pt idx="3">
                  <c:v>26.826403</c:v>
                </c:pt>
                <c:pt idx="4">
                  <c:v>35.55957</c:v>
                </c:pt>
                <c:pt idx="5">
                  <c:v>36.956189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Ref>
              <c:f>'Chart Data'!$A$2:$A$6</c:f>
              <c:strCache>
                <c:ptCount val="5"/>
                <c:pt idx="0">
                  <c:v>Fusion</c:v>
                </c:pt>
                <c:pt idx="1">
                  <c:v>r99</c:v>
                </c:pt>
                <c:pt idx="2">
                  <c:v>r95</c:v>
                </c:pt>
                <c:pt idx="3">
                  <c:v>r92</c:v>
                </c:pt>
                <c:pt idx="4">
                  <c:v>r90</c:v>
                </c:pt>
              </c:strCache>
            </c:strRef>
          </c:cat>
          <c:val>
            <c:numRef>
              <c:f>'Chart Data'!$B$2:$B$6</c:f>
              <c:numCache>
                <c:formatCode>0.0"x"</c:formatCode>
                <c:ptCount val="5"/>
                <c:pt idx="0">
                  <c:v>1</c:v>
                </c:pt>
                <c:pt idx="1">
                  <c:v>1.043736</c:v>
                </c:pt>
                <c:pt idx="2">
                  <c:v>1.190349</c:v>
                </c:pt>
                <c:pt idx="3">
                  <c:v>1.386788</c:v>
                </c:pt>
                <c:pt idx="4">
                  <c:v>1.589439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2ADCE2-29B5-4039-8BDF-C1F0259F08CC}"/>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6BFCB0A7-5C5D-4B4A-9329-C4978312B777}"/>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94EF72A3-1773-4835-99A0-814CD779C0FE}"/>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EA35652F-E86C-42D3-A1CF-61CB53C4BDA9}"/>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8D2AD7B7-F38C-4F99-AA02-23273BC7D722}"/>
              </a:ext>
            </a:extLst>
          </p:cNvPr>
          <p:cNvSpPr>
            <a:spLocks xmlns:a="http://schemas.openxmlformats.org/drawingml/2006/main" noGrp="1"/>
          </p:cNvSpPr>
          <p:nvPr/>
        </p:nvSpPr>
        <p:spPr>
          <a:xfrm xmlns:a="http://schemas.openxmlformats.org/drawingml/2006/main">
            <a:off x="647700" y="58007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1993425572"/>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7DF62A-1FC0-4A5F-A42C-542BCC6D2CD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B2BC6948-58E9-465C-BB8D-4AFCFEA5F30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392DE31E-22FB-4EEA-86D6-0B90B06615EF}"/>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A7B9669D-01BA-48BF-A072-A940B9D3D218}"/>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A8569200-94EB-4519-9CC0-8431AB64C262}"/>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0D255875-8EAA-40D3-A8A9-E42B3158125D}"/>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32AD03CD-6B97-4329-9705-067E8621BC02}"/>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69014734-554E-46C6-A6B2-3EB2589304F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1479855285"/>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93F8CB-20FD-4E76-8AFD-C235B7EC8BF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first-stage bottleneck</a:t>
            </a:r>
          </a:p>
        </p:txBody>
      </p:sp>
      <p:sp>
        <p:nvSpPr>
          <p:cNvPr id="2" name="">
            <a:extLst xmlns:a="http://schemas.openxmlformats.org/drawingml/2006/main">
              <a:ext uri="{FF2B5EF4-FFF2-40B4-BE49-F238E27FC236}">
                <a16:creationId xmlns:a16="http://schemas.microsoft.com/office/drawing/2014/main" id="{C581ABAC-FD76-41A4-86C0-E3759704B2A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graphicFrame>
        <p:nvGraphicFramePr>
          <p:cNvPr id="3" name="Chart">
            <a:extLst xmlns:a="http://schemas.openxmlformats.org/drawingml/2006/main">
              <a:ext uri="{FF2B5EF4-FFF2-40B4-BE49-F238E27FC236}">
                <a16:creationId xmlns:a16="http://schemas.microsoft.com/office/drawing/2014/main" id="{8F2681C7-DAE7-419F-8E7E-04D95F21849E}"/>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chart">
            <c:chart xmlns:r="http://schemas.openxmlformats.org/officeDocument/2006/relationships" xmlns:c="http://schemas.openxmlformats.org/drawingml/2006/chart" r:id="R6d42c6418f9f4c12"/>
          </a:graphicData>
        </a:graphic>
      </p:graphicFrame>
      <p:sp>
        <p:nvSpPr>
          <p:cNvPr id="4" name="">
            <a:extLst xmlns:a="http://schemas.openxmlformats.org/drawingml/2006/main">
              <a:ext uri="{FF2B5EF4-FFF2-40B4-BE49-F238E27FC236}">
                <a16:creationId xmlns:a16="http://schemas.microsoft.com/office/drawing/2014/main" id="{59737425-3954-4F3F-B1E0-7793C7B4A8A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TREC means in milliseconds. An expensive lexical stage leaves little query time to skip.</a:t>
            </a:r>
          </a:p>
        </p:txBody>
      </p:sp>
    </p:spTree>
    <p:extLst>
      <p:ext uri="{BB962C8B-B14F-4D97-AF65-F5344CB8AC3E}">
        <p14:creationId xmlns:p14="http://schemas.microsoft.com/office/powerpoint/2010/main" val="268779389"/>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7D42C0-38BF-48AE-8F07-B26CFBA5154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51718935-07C9-4802-BE8A-5AD361B79F0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2D739B7C-D7B6-41F8-AEC8-5BDCD51EA4F1}"/>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455F837F-EBD6-431C-911A-8EFA928D5E4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Different models, corpus units and label rules are comparison limits. Their individual effects were not isolated.</a:t>
            </a:r>
          </a:p>
        </p:txBody>
      </p:sp>
    </p:spTree>
    <p:extLst>
      <p:ext uri="{BB962C8B-B14F-4D97-AF65-F5344CB8AC3E}">
        <p14:creationId xmlns:p14="http://schemas.microsoft.com/office/powerpoint/2010/main" val="1317581580"/>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F8C197-4097-4AD5-877D-04C995CD4F9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8C4C7423-3339-450C-BB4C-1D9AFD4B6EC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sp>
        <p:nvSpPr>
          <p:cNvPr id="3" name="">
            <a:extLst xmlns:a="http://schemas.openxmlformats.org/drawingml/2006/main">
              <a:ext uri="{FF2B5EF4-FFF2-40B4-BE49-F238E27FC236}">
                <a16:creationId xmlns:a16="http://schemas.microsoft.com/office/drawing/2014/main" id="{6549302B-4A01-4866-88C2-C91C057ACAA2}"/>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971EC8AF-1FC9-4544-9CF9-4285F36BAA39}"/>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3C9B8215-7E1E-4F70-9C7F-B2436435BFF4}"/>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749166307"/>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4FFF4D-2171-4D40-BF13-80198B28AB3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D4CF7BEE-9CE4-4977-94C2-839074ECF93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A6249393-1CB6-4CBF-AECD-6EADEDB6B1A4}"/>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BF993BD8-4C92-444F-BABD-7987EE7FA65C}"/>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870A2EE6-EFDC-483B-8687-EC20DE8E633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1183961928"/>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FB21949-00D8-4713-97D9-AAD8F3FC08D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976CBDD2-03E5-4A13-8C5D-9D7D489415F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graphicFrame>
        <p:nvGraphicFramePr>
          <p:cNvPr id="3" name="">
            <a:extLst xmlns:a="http://schemas.openxmlformats.org/drawingml/2006/main">
              <a:ext uri="{FF2B5EF4-FFF2-40B4-BE49-F238E27FC236}">
                <a16:creationId xmlns:a16="http://schemas.microsoft.com/office/drawing/2014/main" id="{B1EC6E8B-91C0-401B-8C93-A16C000CF99B}"/>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FDB689D0-CB8A-40B2-8DE9-4D7C489B7072}"/>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1240815942"/>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27AC7C-5B0A-4878-B517-409FBE9F59F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027C7B1C-9975-41E7-A497-350F19A7CD3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02F8C6C8-F4FB-470A-AED0-A27D6C729D07}"/>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6A8F9D1D-9BCF-4E5D-8EE8-1F98721D631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974267242"/>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9F7707-B629-439C-810D-63C2CF50B091}"/>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0F8CE6BE-837B-4723-BB1E-9756EDDFD24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sp>
        <p:nvSpPr>
          <p:cNvPr id="3" name="">
            <a:extLst xmlns:a="http://schemas.openxmlformats.org/drawingml/2006/main">
              <a:ext uri="{FF2B5EF4-FFF2-40B4-BE49-F238E27FC236}">
                <a16:creationId xmlns:a16="http://schemas.microsoft.com/office/drawing/2014/main" id="{1B13A46B-2DA1-4E06-BBB5-56A2ED6F2CE3}"/>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E0743A8D-AE28-4008-989D-A9E4210A6FB3}"/>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72E98D73-A0EE-46E8-A06E-26D91B0C5403}"/>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F0280B55-B01A-4EA5-AB5D-A1B36F022CEA}"/>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AF75AF7F-E070-421C-9947-DD535DAFAB88}"/>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91.28 ms fusion / 73.90 ms cascade</a:t>
            </a:r>
          </a:p>
        </p:txBody>
      </p:sp>
      <p:sp>
        <p:nvSpPr>
          <p:cNvPr id="8" name="">
            <a:extLst xmlns:a="http://schemas.openxmlformats.org/drawingml/2006/main">
              <a:ext uri="{FF2B5EF4-FFF2-40B4-BE49-F238E27FC236}">
                <a16:creationId xmlns:a16="http://schemas.microsoft.com/office/drawing/2014/main" id="{FC16192E-7D6D-4246-8194-21983D643DCD}"/>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917257354"/>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0ACEE3-BAF1-4A83-A1C4-89BB7282C21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2C163C25-5C04-4AA4-BC50-69A67A77B32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graphicFrame>
        <p:nvGraphicFramePr>
          <p:cNvPr id="3" name="">
            <a:extLst xmlns:a="http://schemas.openxmlformats.org/drawingml/2006/main">
              <a:ext uri="{FF2B5EF4-FFF2-40B4-BE49-F238E27FC236}">
                <a16:creationId xmlns:a16="http://schemas.microsoft.com/office/drawing/2014/main" id="{8FAFA96F-0608-4262-840A-99480C013D30}"/>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F041214A-BD10-4532-8FCD-D97FCDDCF42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160293642"/>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90CDE8-0929-4B34-8E27-EA37601B1FB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B6C9F688-BB2F-47FF-B9C5-8B5443AC05E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Chart">
            <a:extLst xmlns:a="http://schemas.openxmlformats.org/drawingml/2006/main">
              <a:ext uri="{FF2B5EF4-FFF2-40B4-BE49-F238E27FC236}">
                <a16:creationId xmlns:a16="http://schemas.microsoft.com/office/drawing/2014/main" id="{A68D7D6D-DA13-452F-BBDE-C8432E51B4C5}"/>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7afbbcd9093044bf"/>
          </a:graphicData>
        </a:graphic>
      </p:graphicFrame>
      <p:sp>
        <p:nvSpPr>
          <p:cNvPr id="4" name="">
            <a:extLst xmlns:a="http://schemas.openxmlformats.org/drawingml/2006/main">
              <a:ext uri="{FF2B5EF4-FFF2-40B4-BE49-F238E27FC236}">
                <a16:creationId xmlns:a16="http://schemas.microsoft.com/office/drawing/2014/main" id="{44372449-9973-437C-B9ED-4FD6723B1A08}"/>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968924429"/>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E89C51-64C9-4958-9492-0965105CEAE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2F072F03-75FA-427A-BE19-BA448BE746EB}"/>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EA0B8177-0D4A-4651-936F-EB1ECD967429}"/>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9c20c0294f794bb5"/>
          </a:graphicData>
        </a:graphic>
      </p:graphicFrame>
      <p:sp>
        <p:nvSpPr>
          <p:cNvPr id="4" name="">
            <a:extLst xmlns:a="http://schemas.openxmlformats.org/drawingml/2006/main">
              <a:ext uri="{FF2B5EF4-FFF2-40B4-BE49-F238E27FC236}">
                <a16:creationId xmlns:a16="http://schemas.microsoft.com/office/drawing/2014/main" id="{08A2E979-D220-44C0-AD32-D8E0ECE6A94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214790127"/>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C15702-A509-45C2-9E3F-1C254F96589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3AE8A00A-82EC-4932-B161-7D7E9B3C9A7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sp>
        <p:nvSpPr>
          <p:cNvPr id="3" name="">
            <a:extLst xmlns:a="http://schemas.openxmlformats.org/drawingml/2006/main">
              <a:ext uri="{FF2B5EF4-FFF2-40B4-BE49-F238E27FC236}">
                <a16:creationId xmlns:a16="http://schemas.microsoft.com/office/drawing/2014/main" id="{645A8475-A803-4388-91E2-D501E9FAB24A}"/>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E3943E15-AEFA-4E1F-BB9B-261C8D8A3511}"/>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E9D409B5-BE4C-4853-B5E2-C566E02DD282}"/>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A990BADC-8CA4-43F2-94F9-ED9E1361025F}"/>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16C9C65F-9225-49F1-9CA4-230A426365EF}"/>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1754199857"/>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881556-7E28-4456-8DDC-D63D719D7073}"/>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EEBC03C6-9BD6-488A-AB1A-EFBF80D2FDFA}"/>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graphicFrame>
        <p:nvGraphicFramePr>
          <p:cNvPr id="3" name="">
            <a:extLst xmlns:a="http://schemas.openxmlformats.org/drawingml/2006/main">
              <a:ext uri="{FF2B5EF4-FFF2-40B4-BE49-F238E27FC236}">
                <a16:creationId xmlns:a16="http://schemas.microsoft.com/office/drawing/2014/main" id="{BB28D469-587F-4B77-9F69-2878AA45B61B}"/>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EB6A022-AE76-4818-8E3B-4DB93C36292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74022473"/>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3BB8BFA-68A0-4714-A7C5-F4C99F65FB2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BF3EDA2F-A124-4FF2-88CC-FAE549C7988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sp>
        <p:nvSpPr>
          <p:cNvPr id="3" name="">
            <a:extLst xmlns:a="http://schemas.openxmlformats.org/drawingml/2006/main">
              <a:ext uri="{FF2B5EF4-FFF2-40B4-BE49-F238E27FC236}">
                <a16:creationId xmlns:a16="http://schemas.microsoft.com/office/drawing/2014/main" id="{3E2CC850-1BBA-49D1-8EC9-9FD5DC0AAC06}"/>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17B936B1-8FBC-428B-8B55-B5B7E42B8ED3}"/>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077BACEC-8812-4965-ACB8-4BA9C525BCD5}"/>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0D749753-A535-4B2F-9255-8F19CFB376F9}"/>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7861C006-E6F7-473A-8A31-878FB36F4769}"/>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5BBA043A-3F3F-4E20-9C04-E4230581868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1268152654"/>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01C87A-82F3-4285-89A2-3F0F94DF1D6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94B5E2D8-8382-4189-8BDF-22A38F55CE9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graphicFrame>
        <p:nvGraphicFramePr>
          <p:cNvPr id="3" name="">
            <a:extLst xmlns:a="http://schemas.openxmlformats.org/drawingml/2006/main">
              <a:ext uri="{FF2B5EF4-FFF2-40B4-BE49-F238E27FC236}">
                <a16:creationId xmlns:a16="http://schemas.microsoft.com/office/drawing/2014/main" id="{F9929142-F11B-4E57-AACF-FA66594E61D2}"/>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6703416A-7248-4CA0-99F1-1D1D81F6691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1658353302"/>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40B34E-2591-4EDA-AA4F-5354273C544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Limits and deferred evaluation</a:t>
            </a:r>
          </a:p>
        </p:txBody>
      </p:sp>
      <p:sp>
        <p:nvSpPr>
          <p:cNvPr id="2" name="">
            <a:extLst xmlns:a="http://schemas.openxmlformats.org/drawingml/2006/main">
              <a:ext uri="{FF2B5EF4-FFF2-40B4-BE49-F238E27FC236}">
                <a16:creationId xmlns:a16="http://schemas.microsoft.com/office/drawing/2014/main" id="{EA228308-3DFA-4104-BD1A-861D2FCEE15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sp>
        <p:nvSpPr>
          <p:cNvPr id="3" name="">
            <a:extLst xmlns:a="http://schemas.openxmlformats.org/drawingml/2006/main">
              <a:ext uri="{FF2B5EF4-FFF2-40B4-BE49-F238E27FC236}">
                <a16:creationId xmlns:a16="http://schemas.microsoft.com/office/drawing/2014/main" id="{E848B70A-C23E-43EF-9EAE-DCAD4731FD46}"/>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1D95FCC2-9C7C-4798-9FC2-5E61E397635A}"/>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81730823-FB02-4618-A35B-F6D1A5527A86}"/>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TREC quality was already inspected. Indexed SQuAD covers a fixed query sample.</a:t>
            </a:r>
          </a:p>
        </p:txBody>
      </p:sp>
    </p:spTree>
    <p:extLst>
      <p:ext uri="{BB962C8B-B14F-4D97-AF65-F5344CB8AC3E}">
        <p14:creationId xmlns:p14="http://schemas.microsoft.com/office/powerpoint/2010/main" val="1076962736"/>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039D65-87D6-4499-A322-3E04C618E78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Conclusion</a:t>
            </a:r>
          </a:p>
        </p:txBody>
      </p:sp>
      <p:sp>
        <p:nvSpPr>
          <p:cNvPr id="2" name="">
            <a:extLst xmlns:a="http://schemas.openxmlformats.org/drawingml/2006/main">
              <a:ext uri="{FF2B5EF4-FFF2-40B4-BE49-F238E27FC236}">
                <a16:creationId xmlns:a16="http://schemas.microsoft.com/office/drawing/2014/main" id="{9EC4918F-8973-4F9F-B945-7B6C17E5746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99A0FDBA-9A58-4721-AB74-03BBC7E2242F}"/>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1.24× at 96.68%</a:t>
            </a:r>
          </a:p>
        </p:txBody>
      </p:sp>
      <p:sp>
        <p:nvSpPr>
          <p:cNvPr id="4" name="">
            <a:extLst xmlns:a="http://schemas.openxmlformats.org/drawingml/2006/main">
              <a:ext uri="{FF2B5EF4-FFF2-40B4-BE49-F238E27FC236}">
                <a16:creationId xmlns:a16="http://schemas.microsoft.com/office/drawing/2014/main" id="{D155BF75-7064-41C6-97B7-B5DE374D0BDD}"/>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42B2B"/>
                </a:solidFill>
                <a:latin typeface="IBM Plex Sans"/>
                <a:ea typeface="IBM Plex Sans"/>
                <a:cs typeface="IBM Plex Sans"/>
              </a:defRPr>
            </a:defPPr>
          </a:lstStyle>
          <a:p xmlns:a="http://schemas.openxmlformats.org/drawingml/2006/main">
            <a:pPr algn="l">
              <a:defRPr sz="2325" b="0">
                <a:solidFill>
                  <a:srgbClr val="242B2B"/>
                </a:solidFill>
                <a:latin typeface="IBM Plex Sans"/>
                <a:ea typeface="IBM Plex Sans"/>
                <a:cs typeface="IBM Plex Sans"/>
              </a:defRPr>
            </a:pPr>
            <a:r>
              <a:rPr sz="2325" b="0">
                <a:solidFill>
                  <a:srgbClr val="242B2B"/>
                </a:solidFill>
                <a:latin typeface="IBM Plex Sans"/>
                <a:ea typeface="IBM Plex Sans"/>
                <a:cs typeface="IBM Plex Sans"/>
              </a:rPr>
              <a:t>TREC-COVID primary over equally indexed fusion</a:t>
            </a:r>
          </a:p>
        </p:txBody>
      </p:sp>
      <p:sp>
        <p:nvSpPr>
          <p:cNvPr id="5" name="">
            <a:extLst xmlns:a="http://schemas.openxmlformats.org/drawingml/2006/main">
              <a:ext uri="{FF2B5EF4-FFF2-40B4-BE49-F238E27FC236}">
                <a16:creationId xmlns:a16="http://schemas.microsoft.com/office/drawing/2014/main" id="{6E9C4F6A-D389-4D38-8679-772D05C119E1}"/>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1.59× at 99.22%</a:t>
            </a:r>
          </a:p>
        </p:txBody>
      </p:sp>
      <p:sp>
        <p:nvSpPr>
          <p:cNvPr id="6" name="">
            <a:extLst xmlns:a="http://schemas.openxmlformats.org/drawingml/2006/main">
              <a:ext uri="{FF2B5EF4-FFF2-40B4-BE49-F238E27FC236}">
                <a16:creationId xmlns:a16="http://schemas.microsoft.com/office/drawing/2014/main" id="{657CD09D-1F8C-4AF4-8FCB-3D5F4D114042}"/>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Fastest cascade on the fixed SQuAD sample</a:t>
            </a:r>
          </a:p>
        </p:txBody>
      </p:sp>
      <p:sp>
        <p:nvSpPr>
          <p:cNvPr id="7" name="">
            <a:extLst xmlns:a="http://schemas.openxmlformats.org/drawingml/2006/main">
              <a:ext uri="{FF2B5EF4-FFF2-40B4-BE49-F238E27FC236}">
                <a16:creationId xmlns:a16="http://schemas.microsoft.com/office/drawing/2014/main" id="{DF4C96D6-940A-4D69-991B-856A23094B77}"/>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194191698"/>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55AECA-6142-4090-8623-404A7444DD2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364D2AB2-5A82-4F06-A547-92E8DFED7F4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graphicFrame>
        <p:nvGraphicFramePr>
          <p:cNvPr id="3" name="">
            <a:extLst xmlns:a="http://schemas.openxmlformats.org/drawingml/2006/main">
              <a:ext uri="{FF2B5EF4-FFF2-40B4-BE49-F238E27FC236}">
                <a16:creationId xmlns:a16="http://schemas.microsoft.com/office/drawing/2014/main" id="{E914D072-5005-42B5-99EC-31F25F32732F}"/>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2762250"/>
                <a:gridCol w="2190750"/>
                <a:gridCol w="2095500"/>
                <a:gridCol w="2095500"/>
                <a:gridCol w="1828800"/>
              </a:tblGrid>
              <a:tr h="402167">
                <a:tc>
                  <a:txBody>
                    <a:bodyPr wrap="square" lIns="114300" tIns="76200" rIns="114300" bIns="76200">
                      <a:noAutofit/>
                    </a:bodyPr>
                    <a:lstStyle/>
                    <a:p>
                      <a:pPr algn="l"/>
                      <a:r>
                        <a:rPr sz="1725"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0.12250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0.76323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0.01861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0.08744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0.54969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0.01145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0.08552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0.47254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0.01054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0.12825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0.72899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0.01662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0.11844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0.72281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0.01769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0.11265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0.70561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0.01742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0.65315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0.65115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CE15C242-AA45-4F77-9969-529AD560BA7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1244422402"/>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1F853B-9F31-469D-A629-C78895DA72AA}"/>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C96CAA93-1973-4EEA-8377-30D1B7720DA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65A5BFFF-F650-4A36-98EE-C07CAB00122D}"/>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2762250"/>
                <a:gridCol w="2190750"/>
                <a:gridCol w="2095500"/>
                <a:gridCol w="2095500"/>
                <a:gridCol w="1828800"/>
              </a:tblGrid>
              <a:tr h="402167">
                <a:tc>
                  <a:txBody>
                    <a:bodyPr wrap="square" lIns="114300" tIns="76200" rIns="114300" bIns="76200">
                      <a:noAutofit/>
                    </a:bodyPr>
                    <a:lstStyle/>
                    <a:p>
                      <a:pPr algn="l"/>
                      <a:r>
                        <a:rPr sz="1725"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725"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0.80931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0.77059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0.77869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0.75038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0.68778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0.63040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0.98828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0.85440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0.82831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0.81020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0.77082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28.31</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0.80277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0.76464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24.82</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0.80287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21.31</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725"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0.99219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0.80092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725" b="0">
                          <a:solidFill>
                            <a:srgbClr val="242B2B"/>
                          </a:solidFill>
                          <a:latin typeface="IBM Plex Sans"/>
                          <a:ea typeface="IBM Plex Sans"/>
                          <a:cs typeface="IBM Plex Sans"/>
                        </a:rPr>
                        <a:t>18.59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F14D43D-8134-4BF0-B329-54D55929121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343115947"/>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017658-70DB-431B-B7D9-AA97FA3C3CA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778683F9-8B99-48E7-BD16-68BCBCDDED7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sp>
        <p:nvSpPr>
          <p:cNvPr id="3" name="">
            <a:extLst xmlns:a="http://schemas.openxmlformats.org/drawingml/2006/main">
              <a:ext uri="{FF2B5EF4-FFF2-40B4-BE49-F238E27FC236}">
                <a16:creationId xmlns:a16="http://schemas.microsoft.com/office/drawing/2014/main" id="{6815C85C-5EA0-43B2-BFE6-F8EA653A881A}"/>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D91B464A-2BE6-48F6-ACCC-E1C2D8CF340C}"/>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779AC8D1-D4D4-417B-AD47-72DE7D9EAAC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1483046667"/>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359410-73AE-4E26-B8C6-E9165368289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C2276DA4-442F-4AB3-8E64-452FA0A6E84E}"/>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C260236E-A2C9-45BF-9417-D7C6CC3FF013}"/>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E6162F4E-D998-4C2F-B5DA-6794980B101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docs/submission/README.md for exact commands and runtime requirements.</a:t>
            </a:r>
          </a:p>
        </p:txBody>
      </p:sp>
    </p:spTree>
    <p:extLst>
      <p:ext uri="{BB962C8B-B14F-4D97-AF65-F5344CB8AC3E}">
        <p14:creationId xmlns:p14="http://schemas.microsoft.com/office/powerpoint/2010/main" val="1855553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2026-10-21T09:33:41.5970000Z</dcterms:created>
  <dcterms:modified xsi:type="dcterms:W3CDTF">2026-10-21T09:33:41.5970000Z</dcterms:modified>
</coreProperties>
</file>